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Question:</a:t>
            </a:r>
          </a:p>
          <a:p>
            <a:r>
              <a:t>Organic compounds can be formed by: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008000"/>
                </a:solidFill>
              </a:defRPr>
            </a:pPr>
            <a:r>
              <a:t>1) Plants only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2) Animals only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3) Plants and Animals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4) Plants, animals and can be synthesized in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Question:</a:t>
            </a:r>
          </a:p>
          <a:p>
            <a:r>
              <a:t>Generally organic compounds are: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008000"/>
                </a:solidFill>
              </a:defRPr>
            </a:pPr>
            <a:r>
              <a:t>1) Amorphous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2) Complexes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3) Covalent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4) Electrovalent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Question:</a:t>
            </a:r>
          </a:p>
          <a:p>
            <a:r>
              <a:t>The vital force theory was proposed by: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008000"/>
                </a:solidFill>
              </a:defRPr>
            </a:pPr>
            <a:r>
              <a:t>1) Wohler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2) Berthlot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3) Berzelius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4) Kolbe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